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9C867866-5B47-4F89-9CBF-EC5E144F1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AI and ROI Model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34934E0C-8900-45FF-80D4-44F2401469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created on: 12/06/26 6:09:55 pm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0C4D9CA7-FC13-4F64-A032-027BFAFD1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108"/>
            <a:ext cx="12192000" cy="674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Enterprise AI and ROI Model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Arnab Majumdar [MASTER OF BUSINESS ADMINISTRATION (MBA) - 2025]</cp:lastModifiedBy>
  <cp:revision>1</cp:revision>
  <dcterms:created xsi:type="dcterms:W3CDTF">2026-06-12T12:39:55Z</dcterms:created>
  <dcterms:modified xsi:type="dcterms:W3CDTF">2026-06-12T12:41:09Z</dcterms:modified>
</cp:coreProperties>
</file>